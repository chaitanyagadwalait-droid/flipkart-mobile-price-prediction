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-125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Price Prediction Using Machine Learning</a:t>
            </a:r>
          </a:p>
          <a:p>
            <a:endParaRPr/>
          </a:p>
          <a:p>
            <a:r>
              <a:t>Presented By: Chaitanya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predicts mobile selling prices using machine learning techniques based on mobile specifications and product features.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Predict mobile selling prices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Dataset: Flipkart_Mobiles.csv</a:t>
            </a:r>
          </a:p>
          <a:p>
            <a:endParaRPr sz="2400" dirty="0"/>
          </a:p>
          <a:p>
            <a:r>
              <a:rPr sz="2400" dirty="0"/>
              <a:t>Columns:</a:t>
            </a:r>
          </a:p>
          <a:p>
            <a:r>
              <a:rPr sz="2400" dirty="0"/>
              <a:t>• Brand</a:t>
            </a:r>
          </a:p>
          <a:p>
            <a:r>
              <a:rPr sz="2400" dirty="0"/>
              <a:t>• Model</a:t>
            </a:r>
          </a:p>
          <a:p>
            <a:r>
              <a:rPr sz="2400" dirty="0"/>
              <a:t>• Color</a:t>
            </a:r>
          </a:p>
          <a:p>
            <a:r>
              <a:rPr sz="2400" dirty="0"/>
              <a:t>• Memory</a:t>
            </a:r>
          </a:p>
          <a:p>
            <a:r>
              <a:rPr sz="2400" dirty="0"/>
              <a:t>• Storage</a:t>
            </a:r>
          </a:p>
          <a:p>
            <a:r>
              <a:rPr sz="2400" dirty="0"/>
              <a:t>• Rating</a:t>
            </a:r>
          </a:p>
          <a:p>
            <a:r>
              <a:rPr sz="2400" dirty="0"/>
              <a:t>• Selling Price</a:t>
            </a:r>
          </a:p>
          <a:p>
            <a:r>
              <a:rPr sz="2400" dirty="0"/>
              <a:t>• Original Price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Checked missing values using isnull().sum()</a:t>
            </a:r>
          </a:p>
          <a:p>
            <a:r>
              <a:t>• Removed null values using dropna()</a:t>
            </a:r>
          </a:p>
          <a:p>
            <a:r>
              <a:t>• Improved data quality for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Input Features:</a:t>
            </a:r>
          </a:p>
          <a:p>
            <a:r>
              <a:t>• Brand</a:t>
            </a:r>
          </a:p>
          <a:p>
            <a:r>
              <a:t>• Model</a:t>
            </a:r>
          </a:p>
          <a:p>
            <a:r>
              <a:t>• Color</a:t>
            </a:r>
          </a:p>
          <a:p>
            <a:r>
              <a:t>• Memory</a:t>
            </a:r>
          </a:p>
          <a:p>
            <a:r>
              <a:t>• Storage</a:t>
            </a:r>
          </a:p>
          <a:p>
            <a:r>
              <a:t>• Rating</a:t>
            </a:r>
          </a:p>
          <a:p>
            <a:r>
              <a:t>• Original Price</a:t>
            </a:r>
          </a:p>
          <a:p>
            <a:endParaRPr/>
          </a:p>
          <a:p>
            <a:r>
              <a:t>Target Variable:</a:t>
            </a:r>
          </a:p>
          <a:p>
            <a:r>
              <a:t>• Selling Price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Techniques Used:</a:t>
            </a:r>
          </a:p>
          <a:p>
            <a:r>
              <a:t>• StandardScaler for numerical data</a:t>
            </a:r>
          </a:p>
          <a:p>
            <a:r>
              <a:t>• OneHotEncoder for categorical data</a:t>
            </a:r>
          </a:p>
          <a:p>
            <a:r>
              <a:t>• TF-IDF Vectorizer for text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ColumnTransformer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ColumnTransformer was used to apply different preprocessing methods to different columns in a single workflow.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Used: Random Forest Regressor</a:t>
            </a:r>
          </a:p>
          <a:p>
            <a:endParaRPr/>
          </a:p>
          <a:p>
            <a:r>
              <a:t>Reasons:</a:t>
            </a:r>
          </a:p>
          <a:p>
            <a:r>
              <a:t>• High accuracy</a:t>
            </a:r>
          </a:p>
          <a:p>
            <a:r>
              <a:t>• Handles mixed data types</a:t>
            </a:r>
          </a:p>
          <a:p>
            <a:r>
              <a:t>• Reduces overfitting</a:t>
            </a:r>
          </a:p>
          <a:p>
            <a:r>
              <a:t>• Good for regression problems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combines:</a:t>
            </a:r>
          </a:p>
          <a:p>
            <a:r>
              <a:t>• Preprocessing</a:t>
            </a:r>
          </a:p>
          <a:p>
            <a:r>
              <a:t>• Feature Transformation</a:t>
            </a:r>
          </a:p>
          <a:p>
            <a:r>
              <a:t>• Machine Learning Model</a:t>
            </a:r>
          </a:p>
          <a:p>
            <a:endParaRPr/>
          </a:p>
          <a:p>
            <a:r>
              <a:t>into a single automated workflow.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Train-Test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80% data used for training</a:t>
            </a:r>
          </a:p>
          <a:p>
            <a:r>
              <a:t>• 20% data used for testing</a:t>
            </a:r>
          </a:p>
          <a:p>
            <a:r>
              <a:t>• random_state = 42 for reproducibility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model was trained using:</a:t>
            </a:r>
          </a:p>
          <a:p>
            <a:endParaRPr/>
          </a:p>
          <a:p>
            <a:r>
              <a:t>model.fit(X_train, y_train)</a:t>
            </a:r>
          </a:p>
          <a:p>
            <a:endParaRPr/>
          </a:p>
          <a:p>
            <a:r>
              <a:t>The model learned relationships between mobile features and prices.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Score (R² Score): 0.9355</a:t>
            </a:r>
          </a:p>
          <a:p>
            <a:endParaRPr/>
          </a:p>
          <a:p>
            <a:r>
              <a:t>The model achieved approximately 93.5% accuracy, showing excellent predictive performance.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Saving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trained model was saved using Joblib:</a:t>
            </a:r>
          </a:p>
          <a:p>
            <a:endParaRPr/>
          </a:p>
          <a:p>
            <a:r>
              <a:t>joblib.dump(model, 'Mobile_Prices.joblib')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Helps e-commerce companies in pricing</a:t>
            </a:r>
          </a:p>
          <a:p>
            <a:r>
              <a:t>• Assists retailers in price estimation</a:t>
            </a:r>
          </a:p>
          <a:p>
            <a:r>
              <a:t>• Helps customers compare mobile prices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The project successfully predicts mobile prices using Machine Learning.</a:t>
            </a:r>
          </a:p>
          <a:p>
            <a:endParaRPr/>
          </a:p>
          <a:p>
            <a:r>
              <a:t>Concepts Learned:</a:t>
            </a:r>
          </a:p>
          <a:p>
            <a:r>
              <a:t>• Data Preprocessing</a:t>
            </a:r>
          </a:p>
          <a:p>
            <a:r>
              <a:t>• Feature Engineering</a:t>
            </a:r>
          </a:p>
          <a:p>
            <a:r>
              <a:t>• TF-IDF</a:t>
            </a:r>
          </a:p>
          <a:p>
            <a:r>
              <a:t>• Random Forest</a:t>
            </a:r>
          </a:p>
          <a:p>
            <a:r>
              <a:t>• Pipeline</a:t>
            </a:r>
          </a:p>
          <a:p>
            <a:r>
              <a:t>• Model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323</Words>
  <Application>Microsoft Office PowerPoint</Application>
  <PresentationFormat>On-screen Show (4:3)</PresentationFormat>
  <Paragraphs>90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Title</vt:lpstr>
      <vt:lpstr>Introduction</vt:lpstr>
      <vt:lpstr>Objective</vt:lpstr>
      <vt:lpstr>Dataset</vt:lpstr>
      <vt:lpstr>Data Cleaning</vt:lpstr>
      <vt:lpstr>Feature Selection</vt:lpstr>
      <vt:lpstr>Preprocessing</vt:lpstr>
      <vt:lpstr>ColumnTransformer</vt:lpstr>
      <vt:lpstr>Machine Learning Model</vt:lpstr>
      <vt:lpstr>Pipeline</vt:lpstr>
      <vt:lpstr>Train-Test Split</vt:lpstr>
      <vt:lpstr>Model Training</vt:lpstr>
      <vt:lpstr>Model Evaluation</vt:lpstr>
      <vt:lpstr>Model Saving</vt:lpstr>
      <vt:lpstr>Business Impact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subject/>
  <dc:creator/>
  <cp:keywords/>
  <dc:description>generated using python-pptx</dc:description>
  <cp:lastModifiedBy>Sai Charan Gadwala</cp:lastModifiedBy>
  <cp:revision>3</cp:revision>
  <dcterms:created xsi:type="dcterms:W3CDTF">2013-01-27T09:14:16Z</dcterms:created>
  <dcterms:modified xsi:type="dcterms:W3CDTF">2026-05-15T04:56:02Z</dcterms:modified>
  <cp:category/>
</cp:coreProperties>
</file>